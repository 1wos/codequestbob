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mi/Documents/apac-architecture_eliteclub10/oss/codequest-bob/docs/submission-assets/rendered/html-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AweSombob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CodeQuest Bob</dc:title>
  <dc:subject>IBM Bob Hackathon pitch deck</dc:subject>
  <dc:creator>AweSombob</dc:creator>
  <cp:lastModifiedBy>AweSombob</cp:lastModifiedBy>
  <cp:revision>1</cp:revision>
  <dcterms:created xsi:type="dcterms:W3CDTF">2026-05-17T14:13:09Z</dcterms:created>
  <dcterms:modified xsi:type="dcterms:W3CDTF">2026-05-17T14:13:09Z</dcterms:modified>
</cp:coreProperties>
</file>